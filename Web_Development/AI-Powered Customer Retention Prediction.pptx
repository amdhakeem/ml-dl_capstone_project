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3" r:id="rId3"/>
    <p:sldId id="264"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A0A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8" autoAdjust="0"/>
    <p:restoredTop sz="94660"/>
  </p:normalViewPr>
  <p:slideViewPr>
    <p:cSldViewPr>
      <p:cViewPr varScale="1">
        <p:scale>
          <a:sx n="87" d="100"/>
          <a:sy n="87" d="100"/>
        </p:scale>
        <p:origin x="-1146"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1EB760D-0AB4-4A1A-A23C-BF7CE48BC06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E2B940CA-B78B-45A1-B070-2A7C5D2280FC}"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1EB760D-0AB4-4A1A-A23C-BF7CE48BC06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B940CA-B78B-45A1-B070-2A7C5D2280F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1EB760D-0AB4-4A1A-A23C-BF7CE48BC064}" type="datetimeFigureOut">
              <a:rPr lang="en-IN" smtClean="0"/>
              <a:t>04-04-2026</a:t>
            </a:fld>
            <a:endParaRPr lang="en-IN"/>
          </a:p>
        </p:txBody>
      </p:sp>
      <p:sp>
        <p:nvSpPr>
          <p:cNvPr id="8" name="Slide Number Placeholder 7"/>
          <p:cNvSpPr>
            <a:spLocks noGrp="1"/>
          </p:cNvSpPr>
          <p:nvPr>
            <p:ph type="sldNum" sz="quarter" idx="11"/>
          </p:nvPr>
        </p:nvSpPr>
        <p:spPr/>
        <p:txBody>
          <a:bodyPr/>
          <a:lstStyle/>
          <a:p>
            <a:fld id="{E2B940CA-B78B-45A1-B070-2A7C5D2280FC}" type="slidenum">
              <a:rPr lang="en-IN" smtClean="0"/>
              <a:t>‹#›</a:t>
            </a:fld>
            <a:endParaRPr lang="en-IN"/>
          </a:p>
        </p:txBody>
      </p:sp>
      <p:sp>
        <p:nvSpPr>
          <p:cNvPr id="9" name="Footer Placeholder 8"/>
          <p:cNvSpPr>
            <a:spLocks noGrp="1"/>
          </p:cNvSpPr>
          <p:nvPr>
            <p:ph type="ftr" sz="quarter" idx="12"/>
          </p:nvPr>
        </p:nvSpPr>
        <p:spPr/>
        <p:txBody>
          <a:bodyPr/>
          <a:lstStyle/>
          <a:p>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1EB760D-0AB4-4A1A-A23C-BF7CE48BC064}"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B940CA-B78B-45A1-B070-2A7C5D2280F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1EB760D-0AB4-4A1A-A23C-BF7CE48BC064}" type="datetimeFigureOut">
              <a:rPr lang="en-IN" smtClean="0"/>
              <a:t>04-04-2026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2B940CA-B78B-45A1-B070-2A7C5D2280FC}"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1EB760D-0AB4-4A1A-A23C-BF7CE48BC064}" type="datetimeFigureOut">
              <a:rPr lang="en-IN" smtClean="0"/>
              <a:t>04-04-2026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B940CA-B78B-45A1-B070-2A7C5D2280F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EB760D-0AB4-4A1A-A23C-BF7CE48BC064}" type="datetimeFigureOut">
              <a:rPr lang="en-IN" smtClean="0"/>
              <a:t>04-04-2026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2B940CA-B78B-45A1-B070-2A7C5D2280F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EB760D-0AB4-4A1A-A23C-BF7CE48BC064}"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B940CA-B78B-45A1-B070-2A7C5D2280FC}" type="slidenum">
              <a:rPr lang="en-IN" smtClean="0"/>
              <a:t>‹#›</a:t>
            </a:fld>
            <a:endParaRPr lang="en-IN"/>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EB760D-0AB4-4A1A-A23C-BF7CE48BC064}"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E2B940CA-B78B-45A1-B070-2A7C5D2280FC}" type="slidenum">
              <a:rPr lang="en-IN" smtClean="0"/>
              <a:t>‹#›</a:t>
            </a:fld>
            <a:endParaRPr lang="en-IN"/>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en-US" smtClean="0"/>
              <a:t>Click to edit Master title style</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EB760D-0AB4-4A1A-A23C-BF7CE48BC06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B940CA-B78B-45A1-B070-2A7C5D2280F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EB760D-0AB4-4A1A-A23C-BF7CE48BC064}"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B940CA-B78B-45A1-B070-2A7C5D2280F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C1EB760D-0AB4-4A1A-A23C-BF7CE48BC064}" type="datetimeFigureOut">
              <a:rPr lang="en-IN" smtClean="0"/>
              <a:t>04-04-2026</a:t>
            </a:fld>
            <a:endParaRPr lang="en-IN"/>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E2B940CA-B78B-45A1-B070-2A7C5D2280FC}" type="slidenum">
              <a:rPr lang="en-IN" smtClean="0"/>
              <a:t>‹#›</a:t>
            </a:fld>
            <a:endParaRPr lang="en-IN"/>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4412" y="-167611"/>
            <a:ext cx="4572000" cy="830997"/>
          </a:xfrm>
          <a:prstGeom prst="rect">
            <a:avLst/>
          </a:prstGeom>
        </p:spPr>
        <p:txBody>
          <a:bodyPr>
            <a:spAutoFit/>
          </a:bodyPr>
          <a:lstStyle/>
          <a:p>
            <a:endParaRPr lang="en-IN" sz="2400" dirty="0"/>
          </a:p>
          <a:p>
            <a:r>
              <a:rPr lang="en-IN" sz="2400" dirty="0"/>
              <a:t> </a:t>
            </a:r>
            <a:r>
              <a:rPr lang="en-IN" sz="2400" b="1" dirty="0"/>
              <a:t>Hope Artificial Intelligence </a:t>
            </a:r>
            <a:endParaRPr lang="en-IN" sz="2400" dirty="0"/>
          </a:p>
        </p:txBody>
      </p:sp>
      <p:sp>
        <p:nvSpPr>
          <p:cNvPr id="6" name="Rectangle 5"/>
          <p:cNvSpPr/>
          <p:nvPr/>
        </p:nvSpPr>
        <p:spPr>
          <a:xfrm>
            <a:off x="1475656" y="717802"/>
            <a:ext cx="6850208" cy="430887"/>
          </a:xfrm>
          <a:prstGeom prst="rect">
            <a:avLst/>
          </a:prstGeom>
        </p:spPr>
        <p:txBody>
          <a:bodyPr wrap="square">
            <a:spAutoFit/>
          </a:bodyPr>
          <a:lstStyle/>
          <a:p>
            <a:r>
              <a:rPr lang="en-US" sz="2200" b="1" dirty="0">
                <a:solidFill>
                  <a:schemeClr val="accent5"/>
                </a:solidFill>
              </a:rPr>
              <a:t>AI-Powered Customer Retention </a:t>
            </a:r>
            <a:r>
              <a:rPr lang="en-US" sz="2200" b="1" dirty="0" smtClean="0">
                <a:solidFill>
                  <a:schemeClr val="accent5"/>
                </a:solidFill>
              </a:rPr>
              <a:t>Prediction </a:t>
            </a:r>
            <a:endParaRPr lang="en-IN" sz="2200" b="1" u="sng" dirty="0">
              <a:solidFill>
                <a:schemeClr val="accent5"/>
              </a:solidFill>
            </a:endParaRPr>
          </a:p>
        </p:txBody>
      </p:sp>
      <p:sp>
        <p:nvSpPr>
          <p:cNvPr id="9" name="Rectangle 8"/>
          <p:cNvSpPr>
            <a:spLocks noChangeArrowheads="1"/>
          </p:cNvSpPr>
          <p:nvPr/>
        </p:nvSpPr>
        <p:spPr bwMode="auto">
          <a:xfrm>
            <a:off x="496685" y="1340768"/>
            <a:ext cx="828092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b="1" dirty="0" smtClean="0"/>
              <a:t>Objective:</a:t>
            </a:r>
          </a:p>
          <a:p>
            <a:endParaRPr lang="en-US" sz="1600" dirty="0"/>
          </a:p>
          <a:p>
            <a:r>
              <a:rPr lang="en-US" sz="1600" dirty="0" smtClean="0"/>
              <a:t>This </a:t>
            </a:r>
            <a:r>
              <a:rPr lang="en-US" sz="1600" dirty="0"/>
              <a:t>dataset contains customer information from a bank, including demographic, financial, and account-related details. It is used to analyze customer behavior and predict whether a customer is likely to leave the bank (churn) or continue using its services. The goal is to help improve customer retention using AI and machine learning techniques.</a:t>
            </a:r>
            <a:endParaRPr lang="en-US" sz="1600" dirty="0"/>
          </a:p>
        </p:txBody>
      </p:sp>
      <p:sp>
        <p:nvSpPr>
          <p:cNvPr id="7" name="Rectangle 6"/>
          <p:cNvSpPr>
            <a:spLocks noChangeArrowheads="1"/>
          </p:cNvSpPr>
          <p:nvPr/>
        </p:nvSpPr>
        <p:spPr bwMode="auto">
          <a:xfrm>
            <a:off x="496685" y="3140968"/>
            <a:ext cx="8275105"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dirty="0"/>
              <a:t>The project was carried out in five main </a:t>
            </a:r>
            <a:r>
              <a:rPr lang="en-US" sz="1600" dirty="0" smtClean="0"/>
              <a:t>stages. The data </a:t>
            </a:r>
            <a:r>
              <a:rPr lang="en-US" sz="1600" dirty="0"/>
              <a:t>was </a:t>
            </a:r>
            <a:r>
              <a:rPr lang="en-US" sz="1600" dirty="0" smtClean="0"/>
              <a:t>cleaned </a:t>
            </a:r>
            <a:r>
              <a:rPr lang="en-US" sz="1600" dirty="0"/>
              <a:t>and preprocessed by handling unnecessary columns and converting categorical data into numerical form. Exploratory Data Analysis (EDA) was performed to understand patterns and relationships in the data. Important features were selected, and multiple machine learning models were built and evaluated to find the best-performing model. Finally, the Random Forest model was chosen and deployed by saving it along with the </a:t>
            </a:r>
            <a:r>
              <a:rPr lang="en-US" sz="1600" dirty="0" err="1"/>
              <a:t>scaler</a:t>
            </a:r>
            <a:r>
              <a:rPr lang="en-US" sz="1600" dirty="0"/>
              <a:t> and feature structure to make predictions on new customer data.</a:t>
            </a:r>
            <a:endParaRPr lang="en-US" sz="1600" dirty="0"/>
          </a:p>
        </p:txBody>
      </p:sp>
      <p:sp>
        <p:nvSpPr>
          <p:cNvPr id="10" name="Rectangle 9"/>
          <p:cNvSpPr/>
          <p:nvPr/>
        </p:nvSpPr>
        <p:spPr>
          <a:xfrm>
            <a:off x="490870" y="5157192"/>
            <a:ext cx="8275106" cy="1077218"/>
          </a:xfrm>
          <a:prstGeom prst="rect">
            <a:avLst/>
          </a:prstGeom>
        </p:spPr>
        <p:txBody>
          <a:bodyPr wrap="square">
            <a:spAutoFit/>
          </a:bodyPr>
          <a:lstStyle/>
          <a:p>
            <a:r>
              <a:rPr lang="en-US" sz="1600" dirty="0"/>
              <a:t>A web application was developed using </a:t>
            </a:r>
            <a:r>
              <a:rPr lang="en-US" sz="1600" dirty="0" err="1"/>
              <a:t>Django</a:t>
            </a:r>
            <a:r>
              <a:rPr lang="en-US" sz="1600" dirty="0"/>
              <a:t> to provide an interface for users to input customer details and view predictions. The trained AI model is integrated into the backend using pickle files to generate real-time results. This allows users to easily check whether a customer is likely to stay or leave through a user-friendly interface.</a:t>
            </a:r>
            <a:endParaRPr lang="en-IN" sz="1600" dirty="0"/>
          </a:p>
        </p:txBody>
      </p:sp>
    </p:spTree>
    <p:extLst>
      <p:ext uri="{BB962C8B-B14F-4D97-AF65-F5344CB8AC3E}">
        <p14:creationId xmlns:p14="http://schemas.microsoft.com/office/powerpoint/2010/main" val="8625523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736" y="116632"/>
            <a:ext cx="4547291" cy="6669360"/>
          </a:xfrm>
          <a:prstGeom prst="rect">
            <a:avLst/>
          </a:prstGeom>
        </p:spPr>
      </p:pic>
    </p:spTree>
    <p:extLst>
      <p:ext uri="{BB962C8B-B14F-4D97-AF65-F5344CB8AC3E}">
        <p14:creationId xmlns:p14="http://schemas.microsoft.com/office/powerpoint/2010/main" val="2460902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000" y="346075"/>
            <a:ext cx="7364413" cy="6164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112340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Essential</Template>
  <TotalTime>2168</TotalTime>
  <Words>221</Words>
  <Application>Microsoft Office PowerPoint</Application>
  <PresentationFormat>On-screen Show (4:3)</PresentationFormat>
  <Paragraphs>8</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Essential</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45</cp:revision>
  <dcterms:created xsi:type="dcterms:W3CDTF">2026-01-12T09:38:17Z</dcterms:created>
  <dcterms:modified xsi:type="dcterms:W3CDTF">2026-04-04T09:28:15Z</dcterms:modified>
</cp:coreProperties>
</file>